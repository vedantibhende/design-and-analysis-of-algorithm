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640080"/>
            <a:ext cx="2194560" cy="2194560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2331720"/>
            <a:ext cx="1417320" cy="1417320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01000" y="3520440"/>
            <a:ext cx="960120" cy="960120"/>
          </a:xfrm>
          <a:prstGeom prst="ellipse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858000" cy="18745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JOB</a:t>
            </a:r>
          </a:p>
          <a:p>
            <a:pPr algn="l"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SEQUENCING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59"/>
            <a:ext cx="7132320" cy="2122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dirty="0"/>
              <a:t>Greedy Algorithm with a Worked Example</a:t>
            </a:r>
            <a:endParaRPr lang="en-IN" dirty="0"/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Name:- Vedanti Bhende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PRN:- 25070521053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Section:- A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Faculty Name:- Dr. Parul Dubey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6217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D7E1F2"/>
                </a:solidFill>
                <a:latin typeface="Aptos"/>
              </a:defRPr>
            </a:pPr>
            <a:r>
              <a:rPr dirty="0"/>
              <a:t>Design and Analysis of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D2DCF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What Is Job Sequencing?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457200"/>
            <a:ext cx="20116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66C9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9274A"/>
                </a:solidFill>
                <a:latin typeface="Aptos"/>
              </a:defRPr>
            </a:pPr>
            <a:r>
              <a:t>Job sequencing with deadlines is a scheduling problem where we select and arrange jobs to obtain the maximum total profit.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337560" cy="214884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28" y="2651760"/>
            <a:ext cx="64008" cy="187452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The latest time slot by which a job must be completed.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337560" cy="214884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53127" y="2651760"/>
            <a:ext cx="64008" cy="187452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The reward earned if the job is completed on or before its deadline.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337560" cy="214884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0727" y="2651760"/>
            <a:ext cx="64008" cy="187452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Time slot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In the basic problem, every job takes one unit of time and only one job fits in a slot.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9E91"/>
                </a:solidFill>
                <a:latin typeface="Aptos"/>
              </a:defRPr>
            </a:pPr>
            <a:r>
              <a:t>Goal: choose a feasible set of jobs and schedule them to maximize total profit.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646F82"/>
                </a:solidFill>
                <a:latin typeface="Aptos"/>
              </a:defRPr>
            </a:pPr>
            <a:r>
              <a:t>Assumption for this presentation: each job takes one unit of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92240" cy="4297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Input: a set of jobs, each with a deadline and a profit.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Each job requires exactly one time slot.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A job earns its profit only if it is completed by its deadline.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Only one job can be scheduled in a time slot.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A job may be skipped if there is no suitable free slot.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474720" cy="141732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44967" y="1783080"/>
            <a:ext cx="64008" cy="114300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7848" y="1801368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Example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240280"/>
            <a:ext cx="3108960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Job C: deadline = 2, profit = ₹27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337560"/>
            <a:ext cx="3474720" cy="160020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44967" y="3474720"/>
            <a:ext cx="64008" cy="132588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3493008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Feasible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31920"/>
            <a:ext cx="3108960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Job C can be placed in slot 1 or slot 2, as long as that slot is free.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6070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The challenge is to maximize the sum of profits—not necessarily the number of jobs.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rPr dirty="0"/>
              <a:t>Greedy </a:t>
            </a:r>
            <a:r>
              <a:rPr lang="en-IN" dirty="0"/>
              <a:t>Algorithm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621792" cy="621792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1732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Sort jobs by decreasing profit.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417320"/>
            <a:ext cx="621792" cy="621792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1732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Create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2024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Make slots from 1 up to the maximum deadline.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29000"/>
            <a:ext cx="621792" cy="621792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Try latest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For each job, search backward from its deadline.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29000"/>
            <a:ext cx="621792" cy="621792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0215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2900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Schedule or skip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3192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Place it in the latest free valid slot; otherwise skip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646F82"/>
                </a:solidFill>
                <a:latin typeface="Aptos"/>
              </a:defRPr>
            </a:pPr>
            <a:r>
              <a:t>Why use the latest available slot? It preserves earlier slots for jobs with tighter deadlines.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Worked Example: Input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Consider five jobs. Each takes one unit of time.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65960" y="182880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Deadline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057400"/>
            <a:ext cx="3017520" cy="201168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19288" y="2194560"/>
            <a:ext cx="64008" cy="173736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2168" y="2212848"/>
            <a:ext cx="26517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Maximum deadline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2651760"/>
            <a:ext cx="2651760" cy="1298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3 time slots are available: slot 1, slot 2 and slot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We will select and schedule jobs to earn the highest possible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Step 1: Sort by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Arrange the jobs from highest profit to lowest profit.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874519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Deadline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052560" y="2057400"/>
            <a:ext cx="2286000" cy="219456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70848" y="2194560"/>
            <a:ext cx="64008" cy="192024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53728" y="2212848"/>
            <a:ext cx="1920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2651760"/>
            <a:ext cx="1920240" cy="14813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Consider the most profitable remaining job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98755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9E91"/>
                </a:solidFill>
                <a:latin typeface="Aptos"/>
              </a:defRPr>
            </a:pPr>
            <a:r>
              <a:t>Sorted order: A → C → D → B →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Step 2: Place Jobs in Slots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646F82"/>
                </a:solidFill>
                <a:latin typeface="Aptos"/>
              </a:defRPr>
            </a:pPr>
            <a:r>
              <a:t>Maximum deadline = 3, so create three slots.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371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646F82"/>
                </a:solidFill>
                <a:latin typeface="Aptos"/>
              </a:defRPr>
            </a:pPr>
            <a:r>
              <a:t>Initially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39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2926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9274A"/>
                </a:solidFill>
                <a:latin typeface="Aptos"/>
              </a:defRPr>
            </a:pPr>
            <a:r>
              <a:t>Schedule A (deadline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80360"/>
            <a:ext cx="6217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Place A in slot 2 (latest slot ≤ 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33756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39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33756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59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2926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9274A"/>
                </a:solidFill>
                <a:latin typeface="Aptos"/>
              </a:defRPr>
            </a:pPr>
            <a:r>
              <a:t>Schedule C (deadline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34840"/>
            <a:ext cx="6766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Slot 2 is occupied, so place C in slot 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892040"/>
            <a:ext cx="1874519" cy="841248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7439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89204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89204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646F82"/>
                </a:solidFill>
                <a:latin typeface="Aptos"/>
              </a:defRPr>
            </a:pPr>
            <a:r>
              <a:t>Next, D and B have deadline 1, but slot 1 is full. E can go in slot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Final Schedule and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After checking every job in sorted order: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65960"/>
            <a:ext cx="1874519" cy="841248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6596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965960"/>
            <a:ext cx="1874519" cy="841248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38160" y="1783080"/>
          <a:ext cx="3017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Selected 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Total profit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142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371600" y="3657600"/>
            <a:ext cx="6309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9888" y="3794760"/>
            <a:ext cx="64008" cy="105156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3813048"/>
            <a:ext cx="59436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Why are D and B skipped?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251960"/>
            <a:ext cx="5943600" cy="61264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Both have deadline 1, but the only valid slot (slot 1) is already occupied by 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9E91"/>
                </a:solidFill>
                <a:latin typeface="Aptos"/>
              </a:defRPr>
            </a:pPr>
            <a:r>
              <a:t>Maximum profit achieved by this greedy schedule = 27 + 100 + 15 = 142.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Pseudocode and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6400800" cy="425196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1554480"/>
            <a:ext cx="64008" cy="397764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572768"/>
            <a:ext cx="60350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Greedy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6035040" cy="3538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1. Sort jobs by decreasing profit.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2. Create empty slots up to the maximum deadline.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3. For each job in sorted order: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Check slots from its deadline backward.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If a free slot is found, place the job there.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If no slot is free, skip the job.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4. Add profits of all scheduled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566160" cy="182880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53527" y="1554480"/>
            <a:ext cx="64008" cy="155448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1572768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Time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011680"/>
            <a:ext cx="320040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Basic implementation: O(n²), where n is the number of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520440"/>
            <a:ext cx="3566160" cy="182880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53527" y="3657600"/>
            <a:ext cx="64008" cy="155448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675888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Space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114800"/>
            <a:ext cx="320040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O(n) for the slot array and job storage, excluding sorting details.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Applications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433849"/>
            <a:ext cx="5105401" cy="2141454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1554480"/>
            <a:ext cx="64008" cy="187452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572768"/>
            <a:ext cx="47091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Where can it be used?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4709159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Assigning paid tasks with deadlines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Production planning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Selecting profitable orders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CPU and resource scheduling (with suitable models)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19"/>
            <a:ext cx="5074920" cy="2157983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7" y="1554480"/>
            <a:ext cx="64008" cy="187452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572768"/>
            <a:ext cx="47091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11680"/>
            <a:ext cx="4709159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Easy to understand and implement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Prioritizes high-profit jobs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Efficient for the basic unit-time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27432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274A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0241280" cy="146347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Sort jobs by profit in descending order.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Place each job in the latest free slot before its deadline.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If no valid slot exists, skip the job.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For the example, the schedule C → A → E earns total profit </a:t>
            </a:r>
            <a:r>
              <a:t>142.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867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Vedanti</dc:creator>
  <cp:keywords/>
  <dc:description>generated using python-pptx</dc:description>
  <cp:lastModifiedBy>Vedanti Bhende</cp:lastModifiedBy>
  <cp:revision>3</cp:revision>
  <dcterms:created xsi:type="dcterms:W3CDTF">2013-01-27T09:14:16Z</dcterms:created>
  <dcterms:modified xsi:type="dcterms:W3CDTF">2026-10-18T11:47:27Z</dcterms:modified>
  <cp:category/>
</cp:coreProperties>
</file>